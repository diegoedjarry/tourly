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62272" y="914400"/>
            <a:ext cx="109728" cy="109728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188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TOURLY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career management platform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professional tennis players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3611880"/>
            <a:ext cx="2194560" cy="22860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ITF World Tennis Tour · ATP Challenger Tour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Jarry  · 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average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player per year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91840" y="2029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players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financial infrastructure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built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segment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ranked 700 is one of the best 700 tennis players in the world.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they lose money every year — and manage their entire career with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Excel, and memory.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Tourly Serves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0332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64208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36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on the ITF World Tennis Tour or ATP Challenger circuit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39696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112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in M15, M25 and ATP Challenger events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15184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87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30–40 weeks per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90672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3–6 tournaments simultaneously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538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$30K–$80K per year on travel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41648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014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as a solo business with zero 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370332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Week Without Tourly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63677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0368" y="1636776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deadlines manually on itftennis.com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11226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11226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withdrawal → forced flight $500–$1,500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58775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587752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expenses in Excel — if they do at 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0632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3063240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which surface they perform best 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53872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53872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season without knowing how much they lost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01421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4014216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calendar decisions with no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Tourly — One Tool. Four Pillars.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143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426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Management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reminders for entry, withdrawal, and on-site sign-ins. Dates calculated exactly per ITF and ATP Challenger rules.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143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426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19472" y="177393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 per tournament. Monthly and annual P&amp;L. Cost per ranking point. 13 financial performance visualizations.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0449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328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Condition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" y="3675888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by surface, region, and category. Weekly ranking and evolution. Defended points week by week — the player knows exactly what is at stake every week of the season.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07792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9472" y="30449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3328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9472" y="3675888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types of personalized insights generated daily by AI. Patterns invisible to the human eye. Actionable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94944" y="1298448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tournament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13716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register, withdraw. Match results. Ranking impact. Coach toggle per tournament.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103120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1762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interactive visualizations. Excel export. Prize money (singles + doubles). Net result in real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290779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interactive 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9809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 with surface-colored banners. World map with player's tournaments and geographic proximity lines.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3712464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deadline alerts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7856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grouped by urgency. 3 reminders on deadline day. On-site sign-ins tracked separately.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24528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4517136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(designed, in integration)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5902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insights across 5 categories. Generated daily via Claude API. WHOOP-style floating insight on the home screen.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 — AI Coaching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749040"/>
          </a:xfrm>
          <a:prstGeom prst="roundRect">
            <a:avLst>
              <a:gd name="adj" fmla="val 48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600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30358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00584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10698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13441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recap · Tournament ROI · Season net · Burn rate · Prize percentage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73736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8013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Patterns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07568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· Coach impact · Most expensive country · Spending spike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46888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25328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2807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ROI · Geographic efficiency · Optimal calendar · Category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320040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32644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Motivational / Reflective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353872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· Progress vs prior season · Consistency · Best decision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393192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3995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Looking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4270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 · Ranking vs investment · Off-season · Cost per point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Gap Exists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" y="1097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4128" y="10972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ITF/ATP portals built for administrators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2646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exists but is fragmented, with no decision-making context for the player.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084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0848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apps don't understand the circuit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41401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and Challengers have specific rules and distinct economics no general sports app captures.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30723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30723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and finances live in silos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built the connection between athletic performance and financial outcome. Tourly is the first.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0599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405993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perceived as too small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389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active players on the global professional circuit, from debut to top 200. A segment with an urgent problem and real willingness to pay.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Inside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ATP Player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Tourly was built by someone who lives this problem every week on tour. It's not a market hypothesis — it's direct first-hand experience.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56432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Financial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56432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built on real expense records and results from active seasons on the ITF and Challenger circuits.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91072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 the Ecosystem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1072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players, agents, and tournament operators at all levels. Connections to the SACS and ATP ecosystem in Chile.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—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1673352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 screens fully functional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" y="2103120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75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ITF and ATP Challenger deadline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2532888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054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(3 reminders per deadline)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" y="2962656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352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expense visualizations + Excel export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3392424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with player's tournaments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" y="3822192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94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onboarding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4251960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24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premium design — WHOOP-inspired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 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92624" y="1673352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645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ITF/ATP scraper active (in progress)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92624" y="2103120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075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ranking + weekly ranking history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92624" y="2532888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5054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Defended points tracked week by week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92624" y="2962656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9352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integration (Claude API)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92624" y="3392424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364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with other players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92624" y="3822192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794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conditions analysis by surface/region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92624" y="4251960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224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tournament supervisor contact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Tourly Pitch EN</dc:title>
  <dc:subject>PptxGenJS Presentation</dc:subject>
  <dc:creator>PptxGenJS</dc:creator>
  <cp:lastModifiedBy>PptxGenJS</cp:lastModifiedBy>
  <cp:revision>1</cp:revision>
  <dcterms:created xsi:type="dcterms:W3CDTF">2026-06-23T13:37:25Z</dcterms:created>
  <dcterms:modified xsi:type="dcterms:W3CDTF">2026-06-23T13:37:25Z</dcterms:modified>
</cp:coreProperties>
</file>