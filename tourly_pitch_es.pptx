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TOURLY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457200" y="2450592"/>
            <a:ext cx="1645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6334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de gestión de carrera para tenistas profesionales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2735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200–1200 · Futuros ITF y Challengers ATP ·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Jarry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Es Real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1F3"/>
          </a:solidFill>
          <a:ln w="12700">
            <a:solidFill>
              <a:srgbClr val="FD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$20K–$50K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perdidos al año por jugadores ranking 200–1200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05156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1F3"/>
          </a:solidFill>
          <a:ln w="12700">
            <a:solidFill>
              <a:srgbClr val="FD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143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55848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jugadores profesionales sin ninguna infraestructura financiera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05156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1F3"/>
          </a:solidFill>
          <a:ln w="12700">
            <a:solidFill>
              <a:srgbClr val="FD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143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54496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construidas para este circuito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jugador ranking 700 es uno de los mejores 700 tenistas del mundo. Sin embargo, pierde dinero cada año — y gestiona toda su carrera con WhatsApp, Excel y memoria.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Falla Cada Semana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Vuelo Involuntario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Olvidar el plazo de withdrawal obliga a comprar un vuelo de $500–$1,500 no deseado.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100584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704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Torneos Equivocados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834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jugadores no saben que ganan 80% en hard court de altitud y siguen entrando a arcilla donde pierden.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3639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Ceguera de Diciembre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jugadores llegan a la decisión de fin de año sin saber cuánto perdieron ni por qué.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00600" y="29718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3639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Perdidas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8348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torneos ITF aparecen 3 semanas antes. Los jugadores pierden la inscripción antes de enterarse.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F3460">
              <a:alpha val="35000"/>
            </a:srgbClr>
          </a:solidFill>
          <a:ln w="12700">
            <a:solidFill>
              <a:srgbClr val="0F3460">
                <a:alpha val="3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TOURLY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457200" y="2944368"/>
            <a:ext cx="128016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272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herramienta. Cuatro pilares. Cero excusas.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Pilares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70432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2192" y="1170432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207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Financiera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vs. prize money antes de cada torneo. P&amp;L completo al cierre del año.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100584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65192" y="1170432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6519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65592" y="1170432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34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50408" y="1207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Deadlines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8348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 automáticos de inscripciones, withdrawals y confirmaciones.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29718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" y="3136392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822192" y="3136392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3172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por Condición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" y="37216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victorias por superficie, altitud y región. Juega donde ganas.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00600" y="29718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965192" y="3136392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96519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165592" y="3136392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0040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0408" y="3172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Dinámico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983480" y="37216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ITF en tiempo real. Alertas cuando aparece el torneo correcto.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Esto No Existe Aún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52144"/>
            <a:ext cx="457200" cy="4572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1430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portales ITF/ATP están hechos para administradores, no jugadores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56816"/>
            <a:ext cx="457200" cy="4572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9476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apps genéricas no entienden la realidad de Futuros/Challengers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761488"/>
            <a:ext cx="457200" cy="4572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7523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 de análisis no conectan estadísticas con decisiones financieras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566160"/>
            <a:ext cx="457200" cy="4572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55701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ha construido para este segmento — mercado visto como demasiado pequeño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vacío es exactamente la oportunidad.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MVP — Lo Que Construimos Primero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0700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7101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de gastos por torneo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(categorías específicas para tenis)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0060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65192" y="120700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7101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188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financiero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mensual y anual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" y="299008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409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9718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con deadlines 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inscripción y withdrawal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006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65192" y="299008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5409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29718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automáticas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deadlines críticos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Pilares 3 y 4 se agregan tras validar adopción real de jugadores.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Construido Desde Adentro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F3460">
              <a:alpha val="5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188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 ATP Activo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Construido por alguien que vive este problema cada semana en el tour.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F3460">
              <a:alpha val="5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8775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Financieros Reales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8346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Respaldado por un modelo financiero que prueba que la economía está rota.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F3460">
              <a:alpha val="5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2219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576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en el Ecosistema del Tenis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690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directo a jugadores, agentes y operadores de torneos en todos los niveles.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TOURLY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validando Tourly con jugadores reales ahora mismo.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eres jugador ranking 200–1200, queremos escucharte.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337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la encuesta de 2 minutos 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Tourly  ·  Diego Jarry  ·  2026  ·  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2026-06-09T20:08:35Z</dcterms:created>
  <dcterms:modified xsi:type="dcterms:W3CDTF">2026-06-09T20:08:35Z</dcterms:modified>
</cp:coreProperties>
</file>