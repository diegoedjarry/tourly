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62272" y="914400"/>
            <a:ext cx="109728" cy="109728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188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TOURLY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gestión de carrera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tenistas profesionales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3611880"/>
            <a:ext cx="2194560" cy="22860"/>
          </a:xfrm>
          <a:prstGeom prst="rect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ITF World Tennis Tour · ATP Challenger Tour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Jarry  ·  2026  · 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 en promedio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jugador al año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91840" y="2029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profesionales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infraestructura financiera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construidas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este segmento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jugador ranking 700 está entre los mejores 700 tenistas del mundo.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embargo, pierde dinero cada año — y gestiona toda su carrera con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Excel y memoria.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Sirve Tourly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64208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36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 en el circuito ITF World Tennis Tour o ATP Challenger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39696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112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Juega torneos M15, M25 y Challengers ATP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15184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87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 30–40 semanas al año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90672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3–6 torneos simultáneamente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538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 $30K–$80K al año en viajes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41648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014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como empresa unipersonal sin soporte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70332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Semana Sin Tourly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6367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163677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deadlines manualmente en itftennis.com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11226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112264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 withdrawal → vuelo forzado $500–$1.500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58775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58775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gastos en Excel, si los registra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3063240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en qué superficie rinde mejor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53872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53872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año sin saber cuánto perdió ni por qué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01421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4014216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de calendario sin datos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Tourly — Una Herramienta. Cuatro Pilares.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426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Deadlines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 de inscripción, withdrawal y sign-ins on-site. Fechas calculadas exactamente según reglas ITF y ATP Challenger.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4264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Financiera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9472" y="177393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gastos por torneo. P&amp;L mensual y anual. Costo por punto ganado. 13 visualizaciones de rendimiento financiero.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por Condición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" y="367588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por superficie, región y categoría. Ranking actual y evolución semanal. Puntos defendidos semana a semana — el jugador sabe exactamente qué está en juego cada semana.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07792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30449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9472" y="3675888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tipos de insights personalizados generados diariamente por IA. Patrones invisibles al ojo humano. Recomendaciones accionables.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 Construido Hoy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4944" y="129844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torneos completa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13716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editar, registrar, retirar. Resultados de partidos. Impacto en ranking. Toggle de coach.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103120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gastos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1762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visualizaciones interactivas. Exportación a Excel. Premio en dinero (singles + dobles). Net result en tiempo real.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2907792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+ mapa interactivo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9809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mensual con banners de superficie. Mapa mundial con los torneos del jugador y líneas de proximidad geográfica.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712464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deadlines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7856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agrupadas por urgencia. 3 recordatorios el día de la deadline. Sign-ins on-site por separado.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2452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" y="4517136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(diseñado, en integración)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5902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insights en 5 categorías. Generado diariamente vía Claude API. Insight flotante estilo WHOOP en la pantalla principal.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 — AI Coaching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74904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600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30358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0698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Financiero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344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semanal · ROI por torneo · Net season · Burn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73736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01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Gasto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07568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dominante · Impacto coach · País más caro · Spike de gastos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46888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25328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Torneo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807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por superficie · Eficiencia geográfica · Calendario óptimo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320040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32644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Motivacional / Reflexivo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353872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· Progreso vs temporada anterior · Consistencia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393192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3995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4270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costo · Ranking vs inversión · Off-season · Costo por punto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Vacío Existe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097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4128" y="10972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ITF/ATP diseñados para administradores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2646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existe pero está fragmentada, sin contexto de toma de decisiones para el jugador.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084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20848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genéricas no entienden el circuito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4140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Futuros y Challengers tienen reglas específicas y economías distintas que ninguna app de deporte general captura.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30723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30723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y finanzas viven en silos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construyó la conexión entre rendimiento deportivo y resultado financiero. Tourly es la primera.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0599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40599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percibido como demasiado pequeño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389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jugadores activos en el circuito profesional global, desde el debut hasta el top 200. Un segmento con problema urgente y disposición real a pagar.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Desde Adentro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ATP Activo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Tourly fue construido por alguien que vive este problema cada semana en el tour. No es una hipótesis de mercado — es experiencia directa.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5643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Financieros Reales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56432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está construido sobre registros reales de gastos y resultados de temporadas activas en el circuito ITF y Challenger.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91072" y="16276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en el Ecosistema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1072" y="212140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jugadores, agentes y operadores de torneos. Conexiones con la SACS y el ecosistema ATP en Chile.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— Qué Sigue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673352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pantallas del app funcionando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4944" y="2103120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75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deadlines ITF y ATP Challenger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2532888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5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(3 recordatorios por deadline)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" y="2962656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352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visualizaciones de gastos + exportación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3392424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torneos del jugador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onboarding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" y="4251960"/>
            <a:ext cx="82296" cy="8229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24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premium dark — WHOOP-inspired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92624" y="1673352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645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ITF/ATP activo (en progreso)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92624" y="2103120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075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actual + evolución semanal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92624" y="2532888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5054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defendidos semana a semana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92624" y="2962656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9352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AI Coaching (Claude API)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92624" y="3392424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head-to-head con otros jugadores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92624" y="3822192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condiciones óptimas por superficie/región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92624" y="4251960"/>
            <a:ext cx="82296" cy="82296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2245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directo con supervisor de torneo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Tourly Pitch ES</dc:title>
  <dc:subject>PptxGenJS Presentation</dc:subject>
  <dc:creator>PptxGenJS</dc:creator>
  <cp:lastModifiedBy>PptxGenJS</cp:lastModifiedBy>
  <cp:revision>1</cp:revision>
  <dcterms:created xsi:type="dcterms:W3CDTF">2026-06-23T13:37:25Z</dcterms:created>
  <dcterms:modified xsi:type="dcterms:W3CDTF">2026-06-23T13:37:25Z</dcterms:modified>
</cp:coreProperties>
</file>